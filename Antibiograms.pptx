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74" autoAdjust="0"/>
    <p:restoredTop sz="94660"/>
  </p:normalViewPr>
  <p:slideViewPr>
    <p:cSldViewPr snapToGrid="0">
      <p:cViewPr varScale="1">
        <p:scale>
          <a:sx n="70" d="100"/>
          <a:sy n="70" d="100"/>
        </p:scale>
        <p:origin x="84" y="18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DDB852-5B21-FF54-AEF5-D7A22EB625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4C3B83-FEC2-9D2D-F053-C856FAB217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AD8398-75A3-BEC4-501D-870843F7CF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14A76-E5DB-47AC-AA67-06FF7162E8D5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E7B865-A723-6CB8-8DDF-C8976F6896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18DE40-BE0A-5057-C0A2-CB3177B3C5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845B17-2A93-4063-94CA-2E5741D236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44047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0B168-D40A-DCAB-947F-B9E66F182A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400834-90F6-D86E-8874-1C2E2280D3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8B642E-AFF9-0CE9-487F-4F2027706F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14A76-E5DB-47AC-AA67-06FF7162E8D5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D08B01-5713-58BD-A76E-C2446E35A0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173021-E0D2-09B1-FE61-89ED8AFA18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845B17-2A93-4063-94CA-2E5741D236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73801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67AA96-5C69-A456-B546-5D71F5D43B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13AB99-73B9-D277-8250-7F2CCA84C6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BC201B-20AC-E7F3-91D7-5995E665C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14A76-E5DB-47AC-AA67-06FF7162E8D5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3427D3-CF7D-01EF-68B1-ECD7FF0F93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D5529F-9A7B-8D05-A991-5474159B2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845B17-2A93-4063-94CA-2E5741D236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20886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615403-507E-1C16-2764-77684F365C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741289-1AF7-EDD7-E9EC-E6A53C7F68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E23B42-96C9-37EE-48DE-430783535A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62B63B-568C-D33C-56F1-BA361DA023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14A76-E5DB-47AC-AA67-06FF7162E8D5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5FB336-F1B2-F112-E7D2-784CB7DD18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3E4918-1600-906E-C46C-F192CD407F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845B17-2A93-4063-94CA-2E5741D236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15622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BA637E-C302-FE5C-80FE-40AF096562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05CEEB-C27E-5B58-757C-28B4DB4122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98D5A2-6303-7AF9-9369-CAB68F311B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548770-6C82-2935-554E-C067211921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CC8909F-81BD-03A3-ED98-CC7EEF242E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AAEB23A-B6B1-D6DC-2DA1-3EFE358415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14A76-E5DB-47AC-AA67-06FF7162E8D5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E71E6E3-9D4B-7BF9-7D89-6EB2C3BF12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BC6339D-A0BE-2030-5647-B12FCA34F5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845B17-2A93-4063-94CA-2E5741D236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84352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612305-D2AE-79F1-10E8-8235DBCC3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E970025-3C69-604E-8060-C9ADEA7FF3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14A76-E5DB-47AC-AA67-06FF7162E8D5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4F8BFF-65E0-73F5-C4DD-270CD121B3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71119D-E67A-6FFA-971A-A0122BB94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845B17-2A93-4063-94CA-2E5741D236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55177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6461CE6-EE05-B070-6DD5-CBA8C6154F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14A76-E5DB-47AC-AA67-06FF7162E8D5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E830258-B720-0D88-6E01-A825507B29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6516C5-BE34-7142-1860-BEEF8CB998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845B17-2A93-4063-94CA-2E5741D236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2601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0A1382-28B0-8BAC-5ACE-B0B88F9FE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4B90FA-80EA-C534-D987-E09853D2F0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C49ABF-8219-FEEA-2280-5227422859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C0B478-71B9-3E10-71CB-963D630694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14A76-E5DB-47AC-AA67-06FF7162E8D5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593D33-E9EE-C0D2-B62A-9BA5F9CAB5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74A482-53D9-860B-F659-5D3A01D668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845B17-2A93-4063-94CA-2E5741D236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05024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AB7D02-724E-6679-4677-574EFEE11D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A38CE60-D0B1-7067-FB1D-7C2391E61FA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A4A8E4-6CF0-73CA-54F1-05E4BF6731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BA26C0-DC1C-C9B4-BCB4-188AB21EAA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14A76-E5DB-47AC-AA67-06FF7162E8D5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D03A43-5C72-F0B7-66C7-9401BCD0C8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60772F-9ABC-53C6-D715-9EE3402F38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845B17-2A93-4063-94CA-2E5741D236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09366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764307-B8CD-3F8C-33AA-6300D96A2E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EA7BD8-2FBC-73AA-D1D5-E5F46B4C5C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47F503-FEEB-DBBB-BBA5-08883DFA3A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14A76-E5DB-47AC-AA67-06FF7162E8D5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2061D0-02C3-CBF0-AA60-E152B5D4C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B7D531-178D-C659-5775-268AAEEA7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845B17-2A93-4063-94CA-2E5741D236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6432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F1EBB14-1A8D-1941-53CF-78F78B8C97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61441-A848-F83A-6924-1BAF5C06DE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E09A67-A8B6-EEA7-9980-9862936A8A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14A76-E5DB-47AC-AA67-06FF7162E8D5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C8BBE8-C73A-51A3-AE0D-2C86ACBF74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A0B71C-097E-13FC-4D91-3FE94B01F4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845B17-2A93-4063-94CA-2E5741D236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82980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683875B-3FC9-6628-C262-179D846805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9C3230-DB7C-67AF-4B75-0A6789301F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2433B2-D9A1-AE02-AF7A-E87F5E10F5F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D14A76-E5DB-47AC-AA67-06FF7162E8D5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7EC874-B422-6567-71CF-0AB5CE1C9E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940637-E8E7-C489-08A4-458E064C7A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845B17-2A93-4063-94CA-2E5741D236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76353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4F904D9-8F42-AAA2-0DD1-08D0C377A0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992" y="161469"/>
            <a:ext cx="11222016" cy="6535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62955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9E049893-A656-2C93-4264-823DC72E45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986" y="600501"/>
            <a:ext cx="11069127" cy="5414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42590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CEFADA5-97D4-4251-4D7B-535C19EFEC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500" y="0"/>
            <a:ext cx="11706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90190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D049639-3F36-392C-753A-DFB2CAFB79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724" y="423081"/>
            <a:ext cx="10468151" cy="5501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68750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Clark, Brenden</dc:creator>
  <cp:lastModifiedBy>Brenden Clark</cp:lastModifiedBy>
  <cp:revision>1</cp:revision>
  <dcterms:created xsi:type="dcterms:W3CDTF">2026-10-12T02:11:55Z</dcterms:created>
  <dcterms:modified xsi:type="dcterms:W3CDTF">2026-10-12T02:12:55Z</dcterms:modified>
</cp:coreProperties>
</file>